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75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120640" cy="512064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332720" y="1097280"/>
            <a:ext cx="2377440" cy="2377440"/>
          </a:xfrm>
          <a:prstGeom prst="ellipse">
            <a:avLst/>
          </a:prstGeom>
          <a:solidFill>
            <a:srgbClr val="F5A623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FB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NETWORK 풀스택 플랫폼 · 인큐베이팅 제안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</a:t>
            </a:r>
            <a:r>
              <a:rPr lang="en-US" sz="7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.pi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Pi 앱 모듈을 그대로 이식하는, 가장 빠른 출시 경로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225856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커뮤니케이션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4069080"/>
            <a:ext cx="188366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10128" y="4069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경제 엔진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22392" y="4069080"/>
            <a:ext cx="188366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22392" y="4069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 O2O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34656" y="406908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534656" y="4069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기업형 표준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loginpi.vercel.app</a:t>
            </a:r>
            <a:r>
              <a:rPr lang="en-US" sz="1250" dirty="0">
                <a:solidFill>
                  <a:srgbClr val="B7AE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19개 Phase 구현 완료 · 203개 locale 글로벌 배포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937760" cy="4937760"/>
          </a:xfrm>
          <a:prstGeom prst="ellipse">
            <a:avLst/>
          </a:prstGeom>
          <a:solidFill>
            <a:srgbClr val="4C1D95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INCUBATING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만들지 않는다.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자산을 이식한다.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Browser의 쿠키 미저장·결제 트랩·다국어 배포 같은 함정을 이미 통과한 19개 Phase의 코드가 그대로 출발점이 됩니다. 새 Pi 앱은 0에서가 아니라, 실증된 아키텍처에서 시작합니다.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64008" cy="10515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24128" y="455371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B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“로그인되고 결제된다”</a:t>
            </a:r>
            <a:r>
              <a:rPr lang="en-US" sz="1550" dirty="0">
                <a:solidFill>
                  <a:srgbClr val="E4D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두 가지 절대 가치 위에,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DE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기능이 실기기 검증을 거쳐 쌓였습니다.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818120" y="868680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818120" y="868680"/>
            <a:ext cx="82296" cy="16276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92440" y="9784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개 Phase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92440" y="17830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B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인증·결제·카페·번역·커머스·LBS 전 영역 구현 완료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2651760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818120" y="2651760"/>
            <a:ext cx="82296" cy="16276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92440" y="276148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</a:t>
            </a: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개 locale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092440" y="35661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B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통화·국가 자동 매핑, 재배포 없이 활성화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18120" y="4434840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18120" y="4434840"/>
            <a:ext cx="82296" cy="16276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92440" y="45445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&lt;1</a:t>
            </a: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초 번역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92440" y="5349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B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Flash + Claude Haiku 하이브리드 동시통역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4008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 한눈에  ·  4 PILLARS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축으로 완성되는 Pi 생태계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3492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91440" cy="21214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15568" y="219456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4414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92040" y="20391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286000" y="2167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커뮤니케이션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2286000" y="267919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계정통합 · 다국어 페이지 · 채팅 실시간 번역으로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장벽 없는 글로벌 커뮤니티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56832" y="1783080"/>
            <a:ext cx="53492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656832" y="1783080"/>
            <a:ext cx="91440" cy="21214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040880" y="2194560"/>
            <a:ext cx="914400" cy="914400"/>
          </a:xfrm>
          <a:prstGeom prst="ellipse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44144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817352" y="20391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8211312" y="2167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경제 엔진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8211312" y="267919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결제·송금(PiRC1) · 구독(PiRC2) · 에스크로(PiRC3)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Coin 트랜잭션 풀스택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31520" y="4270248"/>
            <a:ext cx="53492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731520" y="4270248"/>
            <a:ext cx="91440" cy="212140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1115568" y="4681728"/>
            <a:ext cx="914400" cy="914400"/>
          </a:xfrm>
          <a:prstGeom prst="ellipse">
            <a:avLst/>
          </a:prstGeom>
          <a:solidFill>
            <a:srgbClr val="4C1D95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" y="4928616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92040" y="4526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19"/>
          <p:cNvSpPr/>
          <p:nvPr/>
        </p:nvSpPr>
        <p:spPr>
          <a:xfrm>
            <a:off x="2286000" y="46542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 O2O</a:t>
            </a:r>
            <a:endParaRPr lang="en-US" sz="1850" dirty="0"/>
          </a:p>
        </p:txBody>
      </p:sp>
      <p:sp>
        <p:nvSpPr>
          <p:cNvPr id="25" name="Text 20"/>
          <p:cNvSpPr/>
          <p:nvPr/>
        </p:nvSpPr>
        <p:spPr>
          <a:xfrm>
            <a:off x="2286000" y="5166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· 중고 직거래 · 오프라인 매장 활성화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온라인에서 실물경제로 연결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656832" y="4270248"/>
            <a:ext cx="53492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656832" y="4270248"/>
            <a:ext cx="91440" cy="21214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040880" y="4681728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4928616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817352" y="4526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600" dirty="0"/>
          </a:p>
        </p:txBody>
      </p:sp>
      <p:sp>
        <p:nvSpPr>
          <p:cNvPr id="31" name="Text 25"/>
          <p:cNvSpPr/>
          <p:nvPr/>
        </p:nvSpPr>
        <p:spPr>
          <a:xfrm>
            <a:off x="8211312" y="46542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기업형 프로그램 표준</a:t>
            </a:r>
            <a:endParaRPr lang="en-US" sz="1850" dirty="0"/>
          </a:p>
        </p:txBody>
      </p:sp>
      <p:sp>
        <p:nvSpPr>
          <p:cNvPr id="32" name="Text 26"/>
          <p:cNvSpPr/>
          <p:nvPr/>
        </p:nvSpPr>
        <p:spPr>
          <a:xfrm>
            <a:off x="8211312" y="5166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 err="1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로그인·권한·관리자</a:t>
            </a: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</a:t>
            </a:r>
            <a:r>
              <a:rPr lang="en-US" sz="1250" dirty="0" err="1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DB 표준안(표준·모델·품질)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거버넌스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 ·  Pi Network 풀스택 인큐베이팅 플랫폼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4008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①  ·  GLOBAL COMMUNICATION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계정통합 · 다국어 · 실시간 번역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7259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1560" y="213969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0" y="2337206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029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계정통합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5740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HMAC 세션 · 크로스 브라우저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57800" y="2066544"/>
            <a:ext cx="0" cy="877824"/>
          </a:xfrm>
          <a:prstGeom prst="line">
            <a:avLst/>
          </a:prstGeom>
          <a:noFill/>
          <a:ln w="12700">
            <a:solidFill>
              <a:srgbClr val="E6E2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532120" y="2011680"/>
            <a:ext cx="5715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계정 + Google 계정을 6자리 OTP로 안전하게 연동. Pi Browser 쿠키 미저장 문제를 X-Pi-Token 이중 경로로 완벽 우회.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438144"/>
            <a:ext cx="107259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51560" y="37490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070" y="394655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57400" y="3639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다국어 처리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057400" y="4151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next-intl v4 · 22개 언어 기본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257800" y="3675888"/>
            <a:ext cx="0" cy="877824"/>
          </a:xfrm>
          <a:prstGeom prst="line">
            <a:avLst/>
          </a:prstGeom>
          <a:noFill/>
          <a:ln w="12700">
            <a:solidFill>
              <a:srgbClr val="E6E2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532120" y="3621024"/>
            <a:ext cx="5715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203개 locale 선점 등록, 통화·국가 자동 매핑. ko 정본 기준 AI 자동번역(Gemini 2.5 Flash)으로 재배포 없이 언어 확장.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" y="5047488"/>
            <a:ext cx="107259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51560" y="5358384"/>
            <a:ext cx="731520" cy="731520"/>
          </a:xfrm>
          <a:prstGeom prst="ellipse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070" y="5555894"/>
            <a:ext cx="336499" cy="33649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57400" y="5248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실시간 번역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2057400" y="5760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Flash + Claude Haiku 하이브리드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257800" y="5285232"/>
            <a:ext cx="0" cy="877824"/>
          </a:xfrm>
          <a:prstGeom prst="line">
            <a:avLst/>
          </a:prstGeom>
          <a:noFill/>
          <a:ln w="12700">
            <a:solidFill>
              <a:srgbClr val="E6E2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5532120" y="5230368"/>
            <a:ext cx="5715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PiTranslate™ — 어떤 언어로 채팅해도 상대의 선택 언어로 1초 내 동시통역. 캐시·중복 제거로 비용 약 76% 절감.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 ·  Pi Network 풀스택 인큐베이팅 플랫폼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4008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②  ·  PI ECONOMY ENGINE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결제·송금 · 구독 · 에스크로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46557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465576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2167128"/>
            <a:ext cx="841248" cy="841248"/>
          </a:xfrm>
          <a:prstGeom prst="ellipse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17" y="2394265"/>
            <a:ext cx="386974" cy="38697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79776" y="22402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779776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PiRC1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97280" y="320040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365760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Coin U2A 3단계 결제 흐름. 미완료 결제 자동 복구로 영구 차단 트랩 방지.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690872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462686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메타데이터 7종 분기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056632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499262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A2U 자동 송금·환불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2239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3312" y="53583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측 금액 재검증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361688" y="1783080"/>
            <a:ext cx="346557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4361688" y="1783080"/>
            <a:ext cx="3465576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4727448" y="2167128"/>
            <a:ext cx="841248" cy="841248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585" y="2394265"/>
            <a:ext cx="386974" cy="38697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09944" y="22402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6409944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PiRC2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727448" y="320040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서비스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4727448" y="365760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Soroban 스마트 컨트랙트 기반 반복 결제. 플랜·자동갱신·체험기간 관리.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4690872"/>
            <a:ext cx="164592" cy="16459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83480" y="462686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 / subscribe / process</a:t>
            </a:r>
            <a:endParaRPr lang="en-US" sz="11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5056632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83480" y="499262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월·연 구독 플랜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5422392"/>
            <a:ext cx="164592" cy="16459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83480" y="53583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자동갱신 토글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7991856" y="1783080"/>
            <a:ext cx="346557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/>
          <p:cNvSpPr/>
          <p:nvPr/>
        </p:nvSpPr>
        <p:spPr>
          <a:xfrm>
            <a:off x="7991856" y="1783080"/>
            <a:ext cx="3465576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/>
          <p:cNvSpPr/>
          <p:nvPr/>
        </p:nvSpPr>
        <p:spPr>
          <a:xfrm>
            <a:off x="8357616" y="2167128"/>
            <a:ext cx="841248" cy="841248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753" y="2394265"/>
            <a:ext cx="386974" cy="38697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10040112" y="22402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7"/>
          <p:cNvSpPr/>
          <p:nvPr/>
        </p:nvSpPr>
        <p:spPr>
          <a:xfrm>
            <a:off x="10040112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PiRC3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8357616" y="320040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 서비스</a:t>
            </a:r>
            <a:endParaRPr lang="en-US" sz="1800" dirty="0"/>
          </a:p>
        </p:txBody>
      </p:sp>
      <p:sp>
        <p:nvSpPr>
          <p:cNvPr id="40" name="Text 29"/>
          <p:cNvSpPr/>
          <p:nvPr/>
        </p:nvSpPr>
        <p:spPr>
          <a:xfrm>
            <a:off x="8357616" y="365760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P2P 직거래 대금을 플랫폼이 보관·정산. 분쟁 조정으로 거래 신뢰 확보.</a:t>
            </a:r>
            <a:endParaRPr lang="en-US" sz="12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4690872"/>
            <a:ext cx="164592" cy="16459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613648" y="462686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상태머신</a:t>
            </a:r>
            <a:endParaRPr lang="en-US" sz="115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5056632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613648" y="499262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취소수수료·역할 판정</a:t>
            </a:r>
            <a:endParaRPr lang="en-US" sz="115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5422392"/>
            <a:ext cx="164592" cy="16459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8613648" y="53583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에스크로 정산</a:t>
            </a:r>
            <a:endParaRPr lang="en-US" sz="1150" dirty="0"/>
          </a:p>
        </p:txBody>
      </p:sp>
      <p:sp>
        <p:nvSpPr>
          <p:cNvPr id="47" name="Text 33"/>
          <p:cNvSpPr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 ·  Pi Network 풀스택 인큐베이팅 플랫폼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4008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③  ·  LOCATION-BASED O2O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 커뮤니티 · 중고 직거래 · 오프라인 매장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커뮤니티에서 시작해 실물경제로 흐르는 완전 순환 — 동의 기반 위치 수집으로 거리 가까운 사용자·상품·매장을 연결합니다.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74520" y="2779776"/>
            <a:ext cx="1097280" cy="1097280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786" y="3076042"/>
            <a:ext cx="504749" cy="5047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5786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05840" y="4087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 커뮤니티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51560" y="45902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 테마 </a:t>
            </a:r>
            <a:r>
              <a:rPr lang="en-US" sz="1200" dirty="0" err="1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 err="1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보이스챗</a:t>
            </a:r>
            <a:r>
              <a:rPr lang="ko-KR" alt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채널을</a:t>
            </a: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거리순으로 탐색. 같은 동네 관심사 사용자와 실시간 연결.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33088" y="3630168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90288" y="2395728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33288" y="2779776"/>
            <a:ext cx="1097280" cy="1097280"/>
          </a:xfrm>
          <a:prstGeom prst="ellipse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554" y="3076042"/>
            <a:ext cx="504749" cy="5047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8888" y="25786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864608" y="4087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 중고 직거래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4910328" y="45902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PiShop(MPS) — Pi Coin 직거래 마켓. 거리 표시로 성사율을 높인 배송 없는 P2P 거래.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991856" y="3630168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449056" y="2395728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9592056" y="2779776"/>
            <a:ext cx="1097280" cy="109728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322" y="3076042"/>
            <a:ext cx="504749" cy="5047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77656" y="25786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723376" y="4087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매장 활성화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8769096" y="45902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매장 반자동 인증등록 + 오프라인 주문 상태머신(주문→준비→픽업/배달). 지도 위 상품 판매.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 ·  Pi Network 풀스택 인큐베이팅 플랫폼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4008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④  ·  ENTERPRISE STANDARD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기업형 프로그램 표준 + DB 표준안 제안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6694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266944" cy="10972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15568" y="2203704"/>
            <a:ext cx="868680" cy="868680"/>
          </a:xfrm>
          <a:prstGeom prst="ellipse">
            <a:avLst/>
          </a:prstGeom>
          <a:solidFill>
            <a:srgbClr val="4C1D95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112" y="2438248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240280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기업형 프로그램 표준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148840" y="2679192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4C1D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권한 · 관리자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97280" y="3410712"/>
            <a:ext cx="4535424" cy="749808"/>
          </a:xfrm>
          <a:prstGeom prst="rect">
            <a:avLst/>
          </a:prstGeom>
          <a:solidFill>
            <a:srgbClr val="F7F6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097280" y="3410712"/>
            <a:ext cx="54864" cy="74980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298448" y="3502152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로그인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98448" y="3794760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Pi·Google 이중 인증 경로 + HMAC 세션 표준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97280" y="4306824"/>
            <a:ext cx="4535424" cy="749808"/>
          </a:xfrm>
          <a:prstGeom prst="rect">
            <a:avLst/>
          </a:prstGeom>
          <a:solidFill>
            <a:srgbClr val="F7F6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097280" y="4306824"/>
            <a:ext cx="54864" cy="74980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1298448" y="4398264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체계 (RBAC)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298448" y="4690872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ADMIN·MASTER·MANAGER·USER 역할 매트릭스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097280" y="5202936"/>
            <a:ext cx="4535424" cy="749808"/>
          </a:xfrm>
          <a:prstGeom prst="rect">
            <a:avLst/>
          </a:prstGeom>
          <a:solidFill>
            <a:srgbClr val="F7F6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097280" y="5202936"/>
            <a:ext cx="54864" cy="74980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298448" y="5294376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시스템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98448" y="558698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대시보드·사용자·결제·통계·승인 워크플로우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90488" y="1783080"/>
            <a:ext cx="526694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2F0"/>
            </a:solidFill>
            <a:prstDash val="solid"/>
          </a:ln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190488" y="1783080"/>
            <a:ext cx="526694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574536" y="2203704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080" y="2438248"/>
            <a:ext cx="399593" cy="39959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607808" y="2240280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표준안 제안</a:t>
            </a:r>
            <a:endParaRPr lang="en-US" sz="1850" dirty="0"/>
          </a:p>
        </p:txBody>
      </p:sp>
      <p:sp>
        <p:nvSpPr>
          <p:cNvPr id="28" name="Text 24"/>
          <p:cNvSpPr/>
          <p:nvPr/>
        </p:nvSpPr>
        <p:spPr>
          <a:xfrm>
            <a:off x="7607808" y="2679192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· 모델 · 품질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556248" y="3410712"/>
            <a:ext cx="4535424" cy="749808"/>
          </a:xfrm>
          <a:prstGeom prst="rect">
            <a:avLst/>
          </a:prstGeom>
          <a:solidFill>
            <a:srgbClr val="F7F6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6556248" y="3410712"/>
            <a:ext cx="54864" cy="7498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757416" y="3502152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(사전)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757416" y="3794760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표준단어·도메인·용어 사전 + DDL 자동 생성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556248" y="4306824"/>
            <a:ext cx="4535424" cy="749808"/>
          </a:xfrm>
          <a:prstGeom prst="rect">
            <a:avLst/>
          </a:prstGeom>
          <a:solidFill>
            <a:srgbClr val="F7F6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556248" y="4306824"/>
            <a:ext cx="54864" cy="7498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6757416" y="4398264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6757416" y="4690872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 dirty="0" err="1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한국데이터베이스진흥원</a:t>
            </a:r>
            <a:r>
              <a:rPr lang="en-US" altLang="ko-KR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(kdata.or.kr) </a:t>
            </a:r>
            <a:r>
              <a:rPr lang="ko-KR" altLang="en-US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데이터모델 준수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556248" y="5202936"/>
            <a:ext cx="4535424" cy="749808"/>
          </a:xfrm>
          <a:prstGeom prst="rect">
            <a:avLst/>
          </a:prstGeom>
          <a:solidFill>
            <a:srgbClr val="F7F6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6556248" y="5202936"/>
            <a:ext cx="54864" cy="7498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/>
          <p:nvPr/>
        </p:nvSpPr>
        <p:spPr>
          <a:xfrm>
            <a:off x="6757416" y="5294376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6757416" y="558698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DDL 자동 감사 + 변경이력(Audit) + 승인 게이트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 ·  Pi Network 풀스택 인큐베이팅 플랫폼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828800"/>
            <a:ext cx="4754880" cy="4754880"/>
          </a:xfrm>
          <a:prstGeom prst="ellipse">
            <a:avLst/>
          </a:prstGeom>
          <a:solidFill>
            <a:srgbClr val="4C1D95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F5A623">
              <a:alpha val="2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6035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인큐베이터 패키지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9326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당신의 Pi 앱을 4단계로 인큐베이팅합니다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615184" cy="2697480"/>
          </a:xfrm>
          <a:prstGeom prst="rect">
            <a:avLst/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26151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27632" y="2304288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551176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337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베이직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33272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계정통합．</a:t>
            </a:r>
            <a:r>
              <a:rPr lang="en-US" sz="1100" dirty="0" err="1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인증·결제</a:t>
            </a: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（ＰｉＲＣ１）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84448" y="1920240"/>
            <a:ext cx="2615184" cy="2697480"/>
          </a:xfrm>
          <a:prstGeom prst="rect">
            <a:avLst/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584448" y="1920240"/>
            <a:ext cx="26151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34840" y="2304288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551176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7328" y="3337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8404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2000"/>
              </a:lnSpc>
            </a:pP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실시간번역．</a:t>
            </a:r>
            <a:r>
              <a:rPr lang="en-US" sz="1100" dirty="0" err="1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카페·구독</a:t>
            </a: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（ＰｉＲＣ２）</a:t>
            </a:r>
            <a:r>
              <a:rPr 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커스터마이징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91656" y="1920240"/>
            <a:ext cx="2615184" cy="2697480"/>
          </a:xfrm>
          <a:prstGeom prst="rect">
            <a:avLst/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391656" y="1920240"/>
            <a:ext cx="261518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7242048" y="2304288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2551176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4536" y="3337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플래티넘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647688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2000"/>
              </a:lnSpc>
            </a:pP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위치기반（</a:t>
            </a:r>
            <a:r>
              <a:rPr 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LBS</a:t>
            </a: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）</a:t>
            </a:r>
            <a:r>
              <a:rPr 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1100" dirty="0" err="1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음성·에스크로</a:t>
            </a:r>
            <a:r>
              <a:rPr lang="ko-KR" alt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（ＰｉＲＣ３）</a:t>
            </a:r>
            <a:r>
              <a:rPr 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DB 표준 거버넌스 구축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198864" y="1920240"/>
            <a:ext cx="2615184" cy="2697480"/>
          </a:xfrm>
          <a:prstGeom prst="rect">
            <a:avLst/>
          </a:prstGeom>
          <a:solidFill>
            <a:srgbClr val="241A52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9198864" y="1920240"/>
            <a:ext cx="2615184" cy="91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10049256" y="2304288"/>
            <a:ext cx="914400" cy="914400"/>
          </a:xfrm>
          <a:prstGeom prst="ellipse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1A134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551176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81744" y="3337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인피니티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454896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C3B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모듈 + 전용 자문·운영 + 외주 연계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77240" y="5029200"/>
            <a:ext cx="73152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1005840" y="5029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Pi가 온라인에서 오프라인 실물경제로 흐르는 완전한 순환.</a:t>
            </a:r>
            <a:endParaRPr lang="en-US" sz="16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F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플랫폼 위에서, 당신의 아이디어를 가장 빠르게 출시하세요.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8595360" y="6199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loginpi.vercel.app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803</Words>
  <Application>Microsoft Office PowerPoint</Application>
  <PresentationFormat>와이드스크린</PresentationFormat>
  <Paragraphs>133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Cafe.pi 인큐베이팅 소개서</dc:title>
  <dc:subject>PptxGenJS Presentation</dc:subject>
  <dc:creator>anakin</dc:creator>
  <cp:lastModifiedBy>영록 원</cp:lastModifiedBy>
  <cp:revision>3</cp:revision>
  <dcterms:created xsi:type="dcterms:W3CDTF">2026-06-16T12:08:38Z</dcterms:created>
  <dcterms:modified xsi:type="dcterms:W3CDTF">2026-06-16T21:31:23Z</dcterms:modified>
</cp:coreProperties>
</file>