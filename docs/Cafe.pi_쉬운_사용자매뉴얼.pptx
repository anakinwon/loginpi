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463040"/>
            <a:ext cx="4389120" cy="4389120"/>
          </a:xfrm>
          <a:prstGeom prst="ellipse">
            <a:avLst/>
          </a:prstGeom>
          <a:solidFill>
            <a:srgbClr val="5A4030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291840" cy="3291840"/>
          </a:xfrm>
          <a:prstGeom prst="ellipse">
            <a:avLst/>
          </a:prstGeom>
          <a:solidFill>
            <a:srgbClr val="F4A52A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9144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☕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777240" y="20574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A5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사용 설명서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9DE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컴퓨터를 잘 몰라도 괜찮아요. 그림과 순서대로 따라만 하세요. 😊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A9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Bean · 구독 · 카페와 동시통역 · 중고장터 · 내 가게(O2O)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보기 — 이 설명서로 배우는 7가지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572768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7276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🔑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527048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로그인하기
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계정·구글 계정을 하나로 연결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373368" y="1417320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601968" y="1572768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</p:sp>
      <p:sp>
        <p:nvSpPr>
          <p:cNvPr id="9" name="Text 7"/>
          <p:cNvSpPr/>
          <p:nvPr/>
        </p:nvSpPr>
        <p:spPr>
          <a:xfrm>
            <a:off x="6601968" y="157276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🫘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516368" y="1527048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Bean 알기
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속 마음 코인 — 충전하고 보내기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2624328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2779776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779776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🎫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2734056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구독(이용권)
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카페용·가게용 이용권 구분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373368" y="2624328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01968" y="2779776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</p:sp>
      <p:sp>
        <p:nvSpPr>
          <p:cNvPr id="17" name="Text 15"/>
          <p:cNvSpPr/>
          <p:nvPr/>
        </p:nvSpPr>
        <p:spPr>
          <a:xfrm>
            <a:off x="6601968" y="2779776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516368" y="2734056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카페 &amp; 통역
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카페 + 자동 동시통역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3831336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986784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3986784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📦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691640" y="3941064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중고장터
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가게 없이 누구나 사고팔기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373368" y="3831336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601968" y="3986784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</p:sp>
      <p:sp>
        <p:nvSpPr>
          <p:cNvPr id="25" name="Text 23"/>
          <p:cNvSpPr/>
          <p:nvPr/>
        </p:nvSpPr>
        <p:spPr>
          <a:xfrm>
            <a:off x="6601968" y="3986784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🏪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516368" y="3941064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내 가게(O2O)
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가게 만들고 메뉴 올리고 주문받기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548640" y="5038344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193792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5193792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⭐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1691640" y="5148072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 왜 좋은가요?
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당근·스타벅스보다 강한 점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 로그인하기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계정과 구글 계정을 하나로 연결하면 어디서 들어와도 내 정보 그대로!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783080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05282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0528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08760" y="1874520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브라우저로 들어오면 자동 로그인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Browser 앱에서 Cafe.pi를 열면 별도 입력 없이 바로 로그인돼요. (버튼이 보이면 한 번만 누르면 끝)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2990088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990088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3259836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32598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08760" y="3081528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휴대폰·컴퓨터는 구글로 로그인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브라우저가 아니면 "구글 계정으로 로그인" 버튼을 누르고 평소 쓰는 구글 계정을 고르면 됩니다.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197096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197096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8" name="Shape 16"/>
          <p:cNvSpPr/>
          <p:nvPr/>
        </p:nvSpPr>
        <p:spPr>
          <a:xfrm>
            <a:off x="804672" y="4466844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4668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4288536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"내 정보"에서 두 계정 연결(연동)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정보 화면의 "계정 연동"에서 Pi와 구글을 한 번 연결해두면, 어느 쪽으로 들어와도 같은 내 계정으로 이어집니다.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pPr indent="0" marL="0">
              <a:buNone/>
            </a:pPr>
            <a:r>
              <a:rPr lang="en-US" sz="14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 열쇠와 자동차 열쇠를 열쇠고리 하나에 모으는 것과 같아요. 한 번만 묶어두면 편해요.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🫘  Bean(빈) 이해하기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안에서 마음을 전하는 작은 코인이에요. 충전해서 쓰고, 고마운 사람에게 보냅니다.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783080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05282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0528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08760" y="1874520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Bean이 뭐예요?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카페에서 고마운 사람에게 톡 보내는 "마음 코인(🫘)"이에요. 칭찬·응원·감사를 숫자 대신 Bean으로 표현합니다.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2990088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990088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3259836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32598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08760" y="3081528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Bean 충전(결제)하기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Pi로 Bean을 충전해요. 충전 버튼을 누르고 원하는 만큼 고른 뒤 Pi로 결제하면 내 Bean이 쌓입니다.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197096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197096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8" name="Shape 16"/>
          <p:cNvSpPr/>
          <p:nvPr/>
        </p:nvSpPr>
        <p:spPr>
          <a:xfrm>
            <a:off x="804672" y="4466844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4668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4288536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Bean 사용(보내기)하기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대화방에서 상대에게 "Bean 보내기"를 누르면 마음이 전달돼요. 받은 사람은 알림으로 확인합니다.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pPr indent="0" marL="0">
              <a:buNone/>
            </a:pPr>
            <a:r>
              <a:rPr lang="en-US" sz="14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한 잔 사주는 마음을 앱 안에서 "콩(Bean) 한 줌"으로 건네는 거예요.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🎫  구독(이용권) 사용하기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만큼 기능을 넓혀주는 "이용권"이에요. 카페용과 가게용은 목적이 달라요.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5449824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874520"/>
            <a:ext cx="5449824" cy="640080"/>
          </a:xfrm>
          <a:prstGeom prst="rect">
            <a:avLst/>
          </a:prstGeom>
          <a:solidFill>
            <a:srgbClr val="2E7D6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874520"/>
            <a:ext cx="5449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PiCafe 용 이용권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7432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카페(채팅)를 더 넓게 쓰는 이용권
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더 큰 방, 더 많은 인원
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고급 기능(분석·봇 등)
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음성 채팅 지원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90488" y="1874520"/>
            <a:ext cx="5449824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190488" y="1874520"/>
            <a:ext cx="5449824" cy="640080"/>
          </a:xfrm>
          <a:prstGeom prst="rect">
            <a:avLst/>
          </a:prstGeom>
          <a:solidFill>
            <a:srgbClr val="B9740A"/>
          </a:solidFill>
          <a:ln/>
        </p:spPr>
      </p:sp>
      <p:sp>
        <p:nvSpPr>
          <p:cNvPr id="12" name="Text 10"/>
          <p:cNvSpPr/>
          <p:nvPr/>
        </p:nvSpPr>
        <p:spPr>
          <a:xfrm>
            <a:off x="6190488" y="1874520"/>
            <a:ext cx="5449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🏪 PiStore 용(판매 신뢰)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10528" y="27432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안전하게 파는 사람을 위한 보증
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판매 보증금으로 신뢰 표시
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손님이 안심하고 주문
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약속을 어기면 보증금에서 차감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pPr indent="0" marL="0">
              <a:buNone/>
            </a:pPr>
            <a:r>
              <a:rPr lang="en-US" sz="14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카페용 = 놀이공원 자유이용권, 가게용 = 장사하는 분의 "믿고 맡기는 보증금"이에요.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 PiCafe + 자동 동시통역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카페를 찾아 들어가고, 다른 나라 사람과 대화해도 내 말로 자동 번역돼요.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783080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05282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0528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08760" y="1874520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주제별 카페에 들어가기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주제(취미·동네·관심사)의 카페 방을 골라 들어가요. 누구나 무료로 채팅을 시작할 수 있어요.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2990088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990088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3259836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32598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08760" y="3081528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"가까운 카페" 위치로 찾기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위치를 켜면 가까운 카페·사람을 거리순으로 보여줘요. 동네 이웃과 자연스럽게 연결됩니다.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197096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197096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8" name="Shape 16"/>
          <p:cNvSpPr/>
          <p:nvPr/>
        </p:nvSpPr>
        <p:spPr>
          <a:xfrm>
            <a:off x="804672" y="4466844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4668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4288536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동시통역으로 세계와 대화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상대가 외국어로 써도 내 언어로 바로 보여요(200개 넘는 언어). 내가 쓴 글도 상대 언어로 번역됩니다.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pPr indent="0" marL="0">
              <a:buNone/>
            </a:pPr>
            <a:r>
              <a:rPr lang="en-US" sz="14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통역사를 옆에 둔 것처럼, 어느 나라 사람과도 막힘없이 수다 떨 수 있어요. 🌍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 중고장터 — 누구나 쉽게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가게가 없어도 괜찮아요. 사진 한 장이면 가까운 사람과 바로 사고팔 수 있어요.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783080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05282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0528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08760" y="1874520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물건 사진 올리기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"상품 등록"에서 사진을 찍어 올리고 가격(Pi)을 적으면 끝. 내 위치도 함께 저장돼 가까운 사람에게 보여요.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2990088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990088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3" name="Shape 11"/>
          <p:cNvSpPr/>
          <p:nvPr/>
        </p:nvSpPr>
        <p:spPr>
          <a:xfrm>
            <a:off x="804672" y="3259836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32598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08760" y="3081528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물건 둘러보고 주문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주변에 나온 물건을 거리순으로 보고, 마음에 들면 Pi로 주문해요.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197096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197096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8" name="Shape 16"/>
          <p:cNvSpPr/>
          <p:nvPr/>
        </p:nvSpPr>
        <p:spPr>
          <a:xfrm>
            <a:off x="804672" y="4466844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4668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4288536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안전하게 거래 완료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결제한 Pi는 플랫폼이 잠시 안전하게 보관했다가, 거래가 끝나면 판매자에게 전달돼요(중간 보관).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pPr indent="0" marL="0">
              <a:buNone/>
            </a:pPr>
            <a:r>
              <a:rPr lang="en-US" sz="14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"가게 없는 사장님"도 OK. 동네 중고거래를 전 세계로 넓힌 셈이에요.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🏪  내 가게(PiStore) 만들기 — O2O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지도에 내 가게를 등록하고 메뉴를 올리면, 손님 주문이 알림으로 와요.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26694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920240"/>
            <a:ext cx="109728" cy="141732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37286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3728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08760" y="2011680"/>
            <a:ext cx="4078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가게 등록하기(위치)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"매장 등록"에서 가게 이름과 위치(지도)를 정하면, 손님이 가까운 가게로 나를 찾아와요.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73368" y="1920240"/>
            <a:ext cx="526694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73368" y="1920240"/>
            <a:ext cx="109728" cy="141732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3" name="Shape 11"/>
          <p:cNvSpPr/>
          <p:nvPr/>
        </p:nvSpPr>
        <p:spPr>
          <a:xfrm>
            <a:off x="6629400" y="237286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4" name="Text 12"/>
          <p:cNvSpPr/>
          <p:nvPr/>
        </p:nvSpPr>
        <p:spPr>
          <a:xfrm>
            <a:off x="6629400" y="23728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333488" y="2011680"/>
            <a:ext cx="4078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메뉴(상품) 올리기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사진·이름·가격을 등록해요. 수량도 정할 수 있어요(예: 아메리카노 2잔).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526694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611880"/>
            <a:ext cx="109728" cy="141732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18" name="Shape 16"/>
          <p:cNvSpPr/>
          <p:nvPr/>
        </p:nvSpPr>
        <p:spPr>
          <a:xfrm>
            <a:off x="804672" y="406450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0645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3703320"/>
            <a:ext cx="4078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알림 받기(텔레그램)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주문하면 텔레그램으로 바로 알림이 와요. 메뉴·수량·금액까지 보여줍니다.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373368" y="3611880"/>
            <a:ext cx="526694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73368" y="3611880"/>
            <a:ext cx="109728" cy="1417320"/>
          </a:xfrm>
          <a:prstGeom prst="rect">
            <a:avLst/>
          </a:prstGeom>
          <a:solidFill>
            <a:srgbClr val="F4A52A"/>
          </a:solidFill>
          <a:ln/>
        </p:spPr>
      </p:sp>
      <p:sp>
        <p:nvSpPr>
          <p:cNvPr id="23" name="Shape 21"/>
          <p:cNvSpPr/>
          <p:nvPr/>
        </p:nvSpPr>
        <p:spPr>
          <a:xfrm>
            <a:off x="6629400" y="406450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</p:sp>
      <p:sp>
        <p:nvSpPr>
          <p:cNvPr id="24" name="Text 22"/>
          <p:cNvSpPr/>
          <p:nvPr/>
        </p:nvSpPr>
        <p:spPr>
          <a:xfrm>
            <a:off x="6629400" y="40645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333488" y="3703320"/>
            <a:ext cx="4078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매장에서 받기(O2O)
</a:t>
            </a:r>
            <a:endParaRPr lang="en-US" sz="17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→ 준비중 → 준비완료 → 픽업 순서로 진행돼요. 손님이 매장에서 받아갑니다.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pPr indent="0" marL="0">
              <a:buNone/>
            </a:pPr>
            <a:r>
              <a:rPr lang="en-US" sz="14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주문(O)을 받아 매장(O)에서 건네주는 흐름이라 "O2O"라고 불러요.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⭐ 왜 Cafe.pi 인가요?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143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당근마켓보다 막강하고, 스타벅스보다 유연한 O2O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9824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5449824" cy="640080"/>
          </a:xfrm>
          <a:prstGeom prst="rect">
            <a:avLst/>
          </a:prstGeom>
          <a:solidFill>
            <a:srgbClr val="2E7D6F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83080"/>
            <a:ext cx="5449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🥕 당근마켓보다 막강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651760"/>
            <a:ext cx="4846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동네 → 전 세계로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200개 넘는 언어 자동 통역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현금 대신 Pi로 간편·안전 결제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채팅·중고·가게가 한 앱에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위치로 가까운 거래 + 글로벌 확장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90488" y="1783080"/>
            <a:ext cx="5449824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90488" y="1783080"/>
            <a:ext cx="5449824" cy="640080"/>
          </a:xfrm>
          <a:prstGeom prst="rect">
            <a:avLst/>
          </a:prstGeom>
          <a:solidFill>
            <a:srgbClr val="B9740A"/>
          </a:solidFill>
          <a:ln/>
        </p:spPr>
      </p:sp>
      <p:sp>
        <p:nvSpPr>
          <p:cNvPr id="10" name="Text 8"/>
          <p:cNvSpPr/>
          <p:nvPr/>
        </p:nvSpPr>
        <p:spPr>
          <a:xfrm>
            <a:off x="6190488" y="1783080"/>
            <a:ext cx="5449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스타벅스보다 유연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10528" y="2651760"/>
            <a:ext cx="4846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누구나 사장님이 될 수 있어요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큰 회사 아니어도 내 가게 개설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메뉴·가격·수량 자유롭게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주문 즉시 알림(텔레그램)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주문→준비→픽업 매끄러운 O2O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pPr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B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572000"/>
            <a:ext cx="4206240" cy="4206240"/>
          </a:xfrm>
          <a:prstGeom prst="ellipse">
            <a:avLst/>
          </a:prstGeom>
          <a:solidFill>
            <a:srgbClr val="5A4030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F4A52A">
              <a:alpha val="2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005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시작해 볼까요? 😊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A5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딱 3가지만 기억하세요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743200"/>
            <a:ext cx="3383280" cy="2194560"/>
          </a:xfrm>
          <a:prstGeom prst="roundRect">
            <a:avLst>
              <a:gd name="adj" fmla="val 5000"/>
            </a:avLst>
          </a:prstGeom>
          <a:solidFill>
            <a:srgbClr val="4A3528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48840" y="2971800"/>
            <a:ext cx="731520" cy="731520"/>
          </a:xfrm>
          <a:prstGeom prst="ellipse">
            <a:avLst/>
          </a:prstGeom>
          <a:solidFill>
            <a:srgbClr val="F4A52A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2971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051560" y="38404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
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CB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또는 구글로 들어와 두 계정을 연결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26280" y="2743200"/>
            <a:ext cx="3383280" cy="2194560"/>
          </a:xfrm>
          <a:prstGeom prst="roundRect">
            <a:avLst>
              <a:gd name="adj" fmla="val 5000"/>
            </a:avLst>
          </a:prstGeom>
          <a:solidFill>
            <a:srgbClr val="4A3528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52160" y="2971800"/>
            <a:ext cx="731520" cy="731520"/>
          </a:xfrm>
          <a:prstGeom prst="ellipse">
            <a:avLst/>
          </a:prstGeom>
          <a:solidFill>
            <a:srgbClr val="F4A52A"/>
          </a:solidFill>
          <a:ln/>
        </p:spPr>
      </p:sp>
      <p:sp>
        <p:nvSpPr>
          <p:cNvPr id="12" name="Text 10"/>
          <p:cNvSpPr/>
          <p:nvPr/>
        </p:nvSpPr>
        <p:spPr>
          <a:xfrm>
            <a:off x="5852160" y="2971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754880" y="38404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둘러보기
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CB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카페·중고·가게를 위치로 찾기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229600" y="2743200"/>
            <a:ext cx="3383280" cy="2194560"/>
          </a:xfrm>
          <a:prstGeom prst="roundRect">
            <a:avLst>
              <a:gd name="adj" fmla="val 5000"/>
            </a:avLst>
          </a:prstGeom>
          <a:solidFill>
            <a:srgbClr val="4A3528"/>
          </a:solidFill>
          <a:ln w="12700">
            <a:solidFill>
              <a:srgbClr val="F4A5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55480" y="2971800"/>
            <a:ext cx="731520" cy="731520"/>
          </a:xfrm>
          <a:prstGeom prst="ellipse">
            <a:avLst/>
          </a:prstGeom>
          <a:solidFill>
            <a:srgbClr val="F4A52A"/>
          </a:solidFill>
          <a:ln/>
        </p:spPr>
      </p:sp>
      <p:sp>
        <p:nvSpPr>
          <p:cNvPr id="16" name="Text 14"/>
          <p:cNvSpPr/>
          <p:nvPr/>
        </p:nvSpPr>
        <p:spPr>
          <a:xfrm>
            <a:off x="9555480" y="2971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458200" y="38404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사고팔기
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D9CB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Pi로 결제 → 알림 받고 매장에서 받기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A9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 — 작은 카페에서 시작해, 전 세계로.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Cafe.pi 쉬운 사용 설명서</dc:title>
  <dc:subject>PptxGenJS Presentation</dc:subject>
  <dc:creator>cafe.pi</dc:creator>
  <cp:lastModifiedBy>cafe.pi</cp:lastModifiedBy>
  <cp:revision>1</cp:revision>
  <dcterms:created xsi:type="dcterms:W3CDTF">2026-06-18T01:20:49Z</dcterms:created>
  <dcterms:modified xsi:type="dcterms:W3CDTF">2026-06-18T01:20:49Z</dcterms:modified>
</cp:coreProperties>
</file>