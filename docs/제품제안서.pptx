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286" y="4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운영비 지수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5303B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단일 프리미엄 LLM</c:v>
                </c:pt>
                <c:pt idx="1">
                  <c:v>Cafe.pi 하이브리드+캐시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5D-4E59-92A2-6558E0897B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74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6350" cap="flat">
              <a:solidFill>
                <a:srgbClr val="E8F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619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4754880" cy="4754880"/>
          </a:xfrm>
          <a:prstGeom prst="ellipse">
            <a:avLst/>
          </a:prstGeom>
          <a:solidFill>
            <a:srgbClr val="11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2926080" cy="2926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903720" y="1920240"/>
            <a:ext cx="502920" cy="502920"/>
          </a:xfrm>
          <a:prstGeom prst="ellipse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400800" y="42976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903720" y="406908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818120" y="-32004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i="1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PROPOSAL · 2026. 06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</a:t>
            </a:r>
            <a:r>
              <a:rPr lang="en-US" sz="60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.pi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Network 위에 짓는 글로벌 라이프스타일 플랫폼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85800" y="28529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KYC 신뢰 커뮤니티  ·  AI 실시간 동시통역  ·  P2P 직거래  ·  음성채널  ·  위치기반 커머스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52044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사람과 AI가 함께 만든 첫 Pi 생태계 슈퍼앱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Café</a:t>
            </a:r>
            <a:r>
              <a:rPr lang="ko-KR" altLang="en-US" sz="2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．</a:t>
            </a:r>
            <a:r>
              <a:rPr lang="en-US" altLang="ko-KR" sz="2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1887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운명적 만남 — Pi Network × Claude Code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7099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02920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6916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개요 — Cafe.pi 한 장 요약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219456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스펙 ① PiCafé — 테마 커뮤니티 &amp; Pi 경제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1576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69748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스펙 ② PiTranslate™ — AI 실시간 동시통역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32186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20040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스펙 ③ MyPiShop — P2P 직거래 &amp; LBS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72160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7033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스펙 ④ PiVoice™ &amp; 플랫폼 코어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422452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2062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 · 도입 효과 · 함께 여는 미래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1143000"/>
            <a:ext cx="3063240" cy="3520440"/>
          </a:xfrm>
          <a:prstGeom prst="roundRect">
            <a:avLst>
              <a:gd name="adj" fmla="val 2985"/>
            </a:avLst>
          </a:prstGeom>
          <a:solidFill>
            <a:srgbClr val="0A1F2E"/>
          </a:solidFill>
          <a:ln/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89788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PLATFORM · FIVE ENGINES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70448" y="17556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9360" y="17556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PiCafé  </a:t>
            </a:r>
            <a:r>
              <a:rPr 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커뮤니티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70448" y="226771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09360" y="22677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PiTranslate™  </a:t>
            </a:r>
            <a:r>
              <a:rPr 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동시통역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70448" y="27797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🛍️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309360" y="27797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MyPiShop  </a:t>
            </a:r>
            <a:r>
              <a:rPr 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P2P 직거래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870448" y="3291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🎙️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09360" y="3291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PiVoice™  </a:t>
            </a:r>
            <a:r>
              <a:rPr 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N:N 음성채널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70448" y="3803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📍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309360" y="38039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LBS  </a:t>
            </a:r>
            <a:r>
              <a:rPr lang="en-US" sz="1000" dirty="0" err="1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위치기반</a:t>
            </a:r>
            <a:r>
              <a:rPr 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dirty="0">
                <a:solidFill>
                  <a:srgbClr val="8FB5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직거래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095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F4B6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ORIGIN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Network × Claude Code — 운명적 만남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25880" y="1115568"/>
            <a:ext cx="2514600" cy="2514600"/>
          </a:xfrm>
          <a:prstGeom prst="ellipse">
            <a:avLst/>
          </a:prstGeom>
          <a:solidFill>
            <a:srgbClr val="F4B63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246120" y="1115568"/>
            <a:ext cx="2514600" cy="2514600"/>
          </a:xfrm>
          <a:prstGeom prst="ellipse">
            <a:avLst/>
          </a:prstGeom>
          <a:solidFill>
            <a:srgbClr val="D97757">
              <a:alpha val="92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Network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1956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60M+ KYC 사용자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신뢰 네트워크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코인 경제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2336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023360" y="1956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 개발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기업급 품질 · 속도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Phase 완성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07792" y="2084832"/>
            <a:ext cx="132588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907792" y="208483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</a:t>
            </a:r>
            <a:r>
              <a:rPr lang="en-US" sz="16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0A1F2E"/>
          </a:solidFill>
          <a:ln/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55080" y="13258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운명적인가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55080" y="1664208"/>
            <a:ext cx="21214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Pi가 모은 검증된 사람들에게, AI가 만든 검증된 플랫폼을.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60M 신뢰 네트워크는 킬러 앱을 기다렸고, Claude Code는 1인 개발을 엔터프라이즈 팀으로 바꿨습니다. 두 혁신이 만나 Cafe.pi가 태어났습니다.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913632"/>
            <a:ext cx="24688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60M+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566928" y="4344314"/>
            <a:ext cx="243230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파이오니어 — KYC로 검증된 글로벌 잠재 사용자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46120" y="38404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37560" y="3913632"/>
            <a:ext cx="24688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16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3355848" y="4344314"/>
            <a:ext cx="243230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페어 프로그래밍으로 완성한 개발 Phase (100%)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84048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126480" y="3913632"/>
            <a:ext cx="246888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× AI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144768" y="4344314"/>
            <a:ext cx="243230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1인 개발자 + AI 팀 = 엔터프라이즈 풀스택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한 장 요약 — 5-in-1 슈퍼앱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· 통역 · 커머스 · 음성 · 위치를 하나의 Pi 네이티브 앱으로.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Browser와 일반 브라우저를 모두 지원하며, 모든 기능이 Pi 결제와 자연스럽게 연결됩니다.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21792" y="30175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16 + React 19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Realtime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792" y="38770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SDK 2.0 (인증·결제)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306824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" y="43068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+ Claude AI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08960" y="1115568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6"/>
          <p:cNvSpPr/>
          <p:nvPr/>
        </p:nvSpPr>
        <p:spPr>
          <a:xfrm>
            <a:off x="3218688" y="1207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75888" y="12252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 err="1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PiCafé</a:t>
            </a:r>
            <a:r>
              <a:rPr lang="en-US" altLang="ko-KR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™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73552" y="15727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기반 커뮤니티 카페. 구독 3티어, Pi Bean 선물, 스티커, AI 비서, 이벤트방 — 인라인 구매 트리거 8종.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61888" y="1115568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71616" y="12070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28816" y="1225296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PiTranslate™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0" y="1572768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203개 언어 실시간 동시통역. Gemini Flash + Claude Haiku 하이브리드, 번역 지연 1초 미만.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08960" y="2359152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218688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75888" y="24688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MyPiShop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73552" y="28163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코인 전용 P2P 직거래. 에스크로 자동 정산, 재고·주문 상태 머신, 판매자 보증금.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61888" y="2359152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071616" y="24505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528816" y="24688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PiVoice™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126480" y="2816352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N:N 음성채널 (Full Mesh). 방장 마이크 제어, TURN 지원, 카페와 통합된 음성 라운지.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08960" y="3602736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218688" y="36941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675888" y="37124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LBS 위치 서비스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3273552" y="405993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위치 수집(위치정보법 준수), 주변 상품·매장·카페 탐색, 상품별 거리 표시.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61888" y="3602736"/>
            <a:ext cx="2724912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071616" y="36941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28816" y="371246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31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코어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126480" y="4059936"/>
            <a:ext cx="2395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Pi+Google 이중 인증, 203개 locale 자동 배포, DA 데이터 표준 거버넌스, 통계 대시보드.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SPEC 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PiCafé — 테마 커뮤니티 &amp; Pi 마이크로 경제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9536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"무료 메신저가 넘치는데 왜 Pi를 낼까?" — 답은 신뢰입니다.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75488" cy="47548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🪪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KYC 신뢰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봇·가짜 계정이 없는 유일한 커뮤니티 — 실명 검증된 사람만 모입니다.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475488" cy="47548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245059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필터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0.1π 개설 비용이 진지한 방장을 자동 선별 — 방치되는 방이 없습니다.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00984"/>
            <a:ext cx="475488" cy="47548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300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32552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보상</a:t>
            </a:r>
            <a:endParaRPr lang="en-US" sz="12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Bean 선물로 좋은 콘텐츠에 즉시 보상 — 크리에이터 수수료 0%.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1298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 </a:t>
            </a: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20+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83664" y="4224528"/>
            <a:ext cx="1298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883664" y="4224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유형  </a:t>
            </a: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7종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10128" y="4224528"/>
            <a:ext cx="129844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310128" y="4224528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트리거  </a:t>
            </a:r>
            <a:r>
              <a:rPr lang="en-US" sz="13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8종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3티어 — Pi로 여는 단계별 경험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983480" y="1481328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983480" y="1481328"/>
            <a:ext cx="82296" cy="969264"/>
          </a:xfrm>
          <a:prstGeom prst="rect">
            <a:avLst/>
          </a:prstGeom>
          <a:solidFill>
            <a:srgbClr val="5C7A7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212080" y="159105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 — Pi Explorer   </a:t>
            </a:r>
            <a:r>
              <a:rPr lang="en-US" sz="1200" b="1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π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1920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1:1 카페 무제한 · 기본 테마 6개 · 그룹방 5개 참여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2578608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983480" y="2578608"/>
            <a:ext cx="82296" cy="9692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212080" y="26883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Premium — Pi Creator   </a:t>
            </a:r>
            <a:r>
              <a:rPr lang="en-US" sz="12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π/월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30175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테마 20+ · 그룹방 무제한 · 월 3개 무료 개설 · AI 10회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83480" y="3675888"/>
            <a:ext cx="370332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983480" y="3675888"/>
            <a:ext cx="82296" cy="969264"/>
          </a:xfrm>
          <a:prstGeom prst="rect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212080" y="37856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— Pi Host   </a:t>
            </a:r>
            <a:r>
              <a:rPr lang="en-US" sz="12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π/월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41148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이벤트방 · 분석 대시보드 · Webhook · 커스텀 스티커 · AI 무제한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SPEC 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PiTranslate™ — AI 실시간 글로벌 동시통역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언어로 말해도, 모두가 자기 언어로 듣습니다.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14813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66928" y="1682496"/>
            <a:ext cx="274320" cy="274320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002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전송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2677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언어 자동 감지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56816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31136" y="1572768"/>
            <a:ext cx="14813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340864" y="1682496"/>
            <a:ext cx="274320" cy="274320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34086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40864" y="2002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번역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40864" y="22677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2.0 Flash 주력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30752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05072" y="1572768"/>
            <a:ext cx="14813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114800" y="1682496"/>
            <a:ext cx="274320" cy="274320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0" y="2002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폴백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0" y="22677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Claude Haiku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04688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79008" y="1572768"/>
            <a:ext cx="148132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888736" y="1682496"/>
            <a:ext cx="274320" cy="274320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888736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88736" y="2002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 캐시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88736" y="22677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조합 1회만 호출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278624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52944" y="1572768"/>
            <a:ext cx="1481328" cy="1078992"/>
          </a:xfrm>
          <a:prstGeom prst="roundRect">
            <a:avLst>
              <a:gd name="adj" fmla="val 6780"/>
            </a:avLst>
          </a:prstGeom>
          <a:solidFill>
            <a:srgbClr val="0A1F2E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7662672" y="1682496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66267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62672" y="200253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전달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62672" y="2267712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Realtime 동시 수신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06324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48640" y="313639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1초</a:t>
            </a:r>
            <a:endParaRPr lang="en-US" sz="2700" dirty="0"/>
          </a:p>
        </p:txBody>
      </p:sp>
      <p:sp>
        <p:nvSpPr>
          <p:cNvPr id="39" name="Text 37"/>
          <p:cNvSpPr/>
          <p:nvPr/>
        </p:nvSpPr>
        <p:spPr>
          <a:xfrm>
            <a:off x="566928" y="3858768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수신부터 번역 표시까지 — 끊기지 않는 대화 흐름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06040" y="306324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2697480" y="313639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~76%</a:t>
            </a:r>
            <a:endParaRPr lang="en-US" sz="2700" dirty="0"/>
          </a:p>
        </p:txBody>
      </p:sp>
      <p:sp>
        <p:nvSpPr>
          <p:cNvPr id="42" name="Text 40"/>
          <p:cNvSpPr/>
          <p:nvPr/>
        </p:nvSpPr>
        <p:spPr>
          <a:xfrm>
            <a:off x="2715768" y="3858768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하이브리드 엔진 + 캐시로 절감한 번역 운영 비용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46320" y="313639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27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r>
              <a:rPr lang="en-US" sz="27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</a:t>
            </a:r>
            <a:endParaRPr lang="en-US" sz="2700" dirty="0"/>
          </a:p>
        </p:txBody>
      </p:sp>
      <p:sp>
        <p:nvSpPr>
          <p:cNvPr id="45" name="Text 43"/>
          <p:cNvSpPr/>
          <p:nvPr/>
        </p:nvSpPr>
        <p:spPr>
          <a:xfrm>
            <a:off x="4864608" y="3858768"/>
            <a:ext cx="1746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지원 언어 — 203개 locale 인프라로 확장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03720" y="3063240"/>
            <a:ext cx="17830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95160" y="3136392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👍/👎</a:t>
            </a:r>
            <a:endParaRPr lang="en-US" sz="2700" dirty="0"/>
          </a:p>
        </p:txBody>
      </p:sp>
      <p:sp>
        <p:nvSpPr>
          <p:cNvPr id="48" name="Text 46"/>
          <p:cNvSpPr/>
          <p:nvPr/>
        </p:nvSpPr>
        <p:spPr>
          <a:xfrm>
            <a:off x="7013448" y="3858768"/>
            <a:ext cx="1563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메시지별 품질 피드백 + 번역 통계·비용 추적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SPEC ③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MyPiShop — Pi 코인 P2P 직거래 &amp; 위치기반 커머스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에스크로가 지키는 안전한 직거래 — 플랫폼 수취 수수료 0π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361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0352" y="20116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위치 함께 등록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56816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31136" y="15361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231136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🔒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04288" y="20116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결제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304288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에스크로 안전 보관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730752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05072" y="15361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005072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078224" y="20116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거래중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78224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거래상태 실시간 배지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04688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779008" y="15361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79008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✅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852160" y="20116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 확인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 2단계 확인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78624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552944" y="1536192"/>
            <a:ext cx="14813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552944" y="162763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💸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626096" y="2011680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정산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26096" y="2249424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판매자에게 Pi 지급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0A1F2E"/>
          </a:solidFill>
          <a:ln/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580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LBS — 가까울수록 잘 팔립니다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" y="3474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상품마다 내 위치 기준 거리 표시 · 주변순 정렬(10km)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매장·카페 통합 탐색 + Google Maps 지오코딩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 — 위치정보법 약관·이력 관리 내장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92040" y="31272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신뢰 장치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892040" y="34747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보증금(1π) — 일방 취소 페널티로 노쇼 방지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머신 — 판매중·거래중·판매완료 투명 공개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불변식 DB 보장 + 분쟁 시 관리자 조정 절차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SPEC 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PiVoice™ &amp; 플랫폼 코어 — 보이지 않는 단단함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🎙️ PiVoice™ — 카페 속 음성 라운지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18196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60120" y="172821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N:N 풀메시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WebRTC Full Mesh 1~4인 — 서버 경유 없는 저지연 음성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49631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24048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방장 제어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 마이크 음소거·해제 권한 — 질서 있는 라운지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317296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60120" y="3081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어디서나 연결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 릴레이 지원 — 모바일·NAT 환경에서도 안정 접속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" y="384962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0120" y="375818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 통합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채팅방 헤더에서 원탭 입장 — 참여 인원 실시간 배지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0A1F2E"/>
          </a:solidFill>
          <a:ln/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 플랫폼 코어 — 엔터프라이즈 기반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19472" y="1819656"/>
            <a:ext cx="128016" cy="128016"/>
          </a:xfrm>
          <a:prstGeom prst="ellipse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66360" y="172821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Browser 완전 정복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쿠키 미저장 문제를 이중 인증 경로(X-Pi-Token)로 해결 — 업계 난제 돌파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19472" y="2496312"/>
            <a:ext cx="128016" cy="128016"/>
          </a:xfrm>
          <a:prstGeom prst="ellipse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166360" y="24048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203 locale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통화·국가 자동 매핑 — 재배포 없이 언어 활성화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19472" y="3172968"/>
            <a:ext cx="128016" cy="128016"/>
          </a:xfrm>
          <a:prstGeom prst="ellipse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308152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 데이터 거버넌스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표준단어·도메인·DDL 자동 감사 — 기업 수준 데이터 품질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19472" y="3849624"/>
            <a:ext cx="128016" cy="128016"/>
          </a:xfrm>
          <a:prstGeom prst="ellipse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66360" y="375818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가시성</a:t>
            </a:r>
            <a:endParaRPr lang="en-US" sz="1100" dirty="0"/>
          </a:p>
          <a:p>
            <a:pPr marL="0" indent="0"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DAU/WAU/MAU·테마별 매출 대시보드 + 일배치 자동 집계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CAFE.PI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복제할 수 없는 3중 해자 — 지금 도입해야 하는 이유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1444752"/>
            <a:ext cx="566928" cy="56692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5836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🪪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KYC 실명 문화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" y="24505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빅테크 메신저의 DNA는 익명성 — 실명 전환 시 기존 사용자 대량 이탈. Cafe.pi는 첫날부터 검증된 사람만 모입니다.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F4B6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493008" y="1444752"/>
            <a:ext cx="566928" cy="56692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49300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93008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경제 레이어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93008" y="24505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결제·구독·선물·에스크로가 Pi 블록체인 네이티브. 금융 규제와 수수료 모델 충돌로 후발 주자가 따라올 수 없습니다.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26480" y="1188720"/>
            <a:ext cx="26517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651760" cy="82296"/>
          </a:xfrm>
          <a:prstGeom prst="rect">
            <a:avLst/>
          </a:prstGeom>
          <a:solidFill>
            <a:srgbClr val="D977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327648" y="1444752"/>
            <a:ext cx="566928" cy="566928"/>
          </a:xfrm>
          <a:prstGeom prst="ellipse">
            <a:avLst/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27648" y="1444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🕸️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27648" y="2121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 커뮤니티 그래프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7648" y="245059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테마별 공개 카페를 선점하면 네트워크 효과가 잠금장치가 됩니다 — 이동 비용은 시간이 갈수록 커집니다.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0A1F2E"/>
          </a:solidFill>
          <a:ln/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13232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 수수료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3232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Cafe.pi</a:t>
            </a:r>
            <a:r>
              <a:rPr lang="en-US" sz="1100" dirty="0">
                <a:solidFill>
                  <a:srgbClr val="6E8B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vs     </a:t>
            </a:r>
            <a:r>
              <a:rPr lang="en-US" sz="2600" b="1" dirty="0">
                <a:solidFill>
                  <a:srgbClr val="E08B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30%</a:t>
            </a: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빅테크 평균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19472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4가지 공개 약속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19472" y="39319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1:1 대화를 읽지 않는다    ② Pi 자산을 동결하지 않는다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카페를 임의 삭제하지 않는다    ④ 대화를 광고·학습에 쓰지 않는다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58368" y="1554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IMPACT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 — 숫자로 보는 Cafe.pi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Cafe.pi 제품제안서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번역 운영비 (상대지수)</a:t>
            </a:r>
            <a:endParaRPr lang="en-US" sz="11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40080" y="1600200"/>
          <a:ext cx="36118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2697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76% 절감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0" y="1143000"/>
            <a:ext cx="2011680" cy="1307592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663440" y="1216152"/>
            <a:ext cx="1828800" cy="67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4681728" y="1901403"/>
            <a:ext cx="1792224" cy="49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locale 즉시 글로벌 — 현지화 비용 제로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75120" y="1143000"/>
            <a:ext cx="2011680" cy="1307592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766560" y="1216152"/>
            <a:ext cx="1828800" cy="67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&lt; 1초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6784848" y="1901403"/>
            <a:ext cx="1792224" cy="49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동시통역 — 언어 장벽 해소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72000" y="2578608"/>
            <a:ext cx="2011680" cy="1307592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663440" y="2651760"/>
            <a:ext cx="1828800" cy="67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4681728" y="3337011"/>
            <a:ext cx="1792224" cy="49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크리에이터·거래 수수료 없음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675120" y="2578608"/>
            <a:ext cx="2011680" cy="1307592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 w="12700">
            <a:solidFill>
              <a:srgbClr val="DCE9E4"/>
            </a:solidFill>
            <a:prstDash val="solid"/>
          </a:ln>
          <a:effectLst>
            <a:outerShdw blurRad="88900" dist="25400" dir="8100000" algn="bl" rotWithShape="0">
              <a:srgbClr val="0A1F2E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766560" y="2651760"/>
            <a:ext cx="1828800" cy="679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D977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16/16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6784848" y="3337011"/>
            <a:ext cx="1792224" cy="496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7A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Phase 완료 — 실서비스 검증 완료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D9F2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731520" y="406908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30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→ 통역 → 선물·구독 → 직거래로 이어지는 경제 선순환. </a:t>
            </a:r>
            <a:r>
              <a:rPr lang="en-US" sz="1150" b="1" i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즉시 작동합니다.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06768" y="2598842"/>
            <a:ext cx="3657600" cy="3657600"/>
          </a:xfrm>
          <a:prstGeom prst="ellipse">
            <a:avLst/>
          </a:prstGeom>
          <a:solidFill>
            <a:srgbClr val="11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48880" y="-992124"/>
            <a:ext cx="2560320" cy="2560320"/>
          </a:xfrm>
          <a:prstGeom prst="ellipse">
            <a:avLst/>
          </a:prstGeom>
          <a:solidFill>
            <a:srgbClr val="11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051800" y="-489204"/>
            <a:ext cx="1554480" cy="1554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51800" y="-306324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i="1" dirty="0">
                <a:solidFill>
                  <a:srgbClr val="0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LET'S OPEN THE FUTURE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미래를 Cafe</a:t>
            </a:r>
            <a:r>
              <a:rPr lang="en-US" sz="400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.pi</a:t>
            </a: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열어갑시다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사람들, 검증된 플랫폼 — 책임 있게 만들고, 성과로 증명합니다.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11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914400" y="2761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책임 — Responsibility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090672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E2E 암호화 · 대화 데이터 비판매 원칙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위치정보법 준수 — 동의·이력·즉시 철회 내장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 데이터 거버넌스로 투명한 데이터 품질 관리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260604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1131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27614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B6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퍼포먼스 — Performance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37760" y="3090672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16개 Phase 100% 완료 — 실서비스 배포·운영 중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Browser 실기기 검증을 완료 조건으로 하는 품질 문화</a:t>
            </a:r>
            <a:endParaRPr lang="en-US" sz="9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50" dirty="0">
                <a:solidFill>
                  <a:srgbClr val="A8C5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통역 1초 미만 · 운영비 76% 절감 · 글로벌 203 locale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1641" y="4504267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만나보세요  → </a:t>
            </a:r>
            <a:r>
              <a:rPr lang="en-US" altLang="ko-KR" sz="1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Café</a:t>
            </a:r>
            <a:r>
              <a:rPr lang="ko-KR" altLang="en-US" sz="1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．</a:t>
            </a:r>
            <a:r>
              <a:rPr lang="en-US" altLang="ko-KR" sz="1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1327</Words>
  <Application>Microsoft Office PowerPoint</Application>
  <PresentationFormat>화면 슬라이드 쇼(16:9)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Malgun Gothic</vt:lpstr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Cafe.pi 제품제안서</dc:title>
  <dc:subject>PptxGenJS Presentation</dc:subject>
  <dc:creator>Cafe.pi</dc:creator>
  <cp:lastModifiedBy>영록 원</cp:lastModifiedBy>
  <cp:revision>3</cp:revision>
  <dcterms:created xsi:type="dcterms:W3CDTF">2026-06-12T05:36:44Z</dcterms:created>
  <dcterms:modified xsi:type="dcterms:W3CDTF">2026-06-12T23:44:39Z</dcterms:modified>
</cp:coreProperties>
</file>